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项目A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21.5</c:v>
                </c:pt>
                <c:pt idx="2">
                  <c:v>23.3</c:v>
                </c:pt>
                <c:pt idx="3">
                  <c:v>26.1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项目B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22.5</c:v>
                </c:pt>
                <c:pt idx="1">
                  <c:v>24.8</c:v>
                </c:pt>
                <c:pt idx="2">
                  <c:v>25.3</c:v>
                </c:pt>
                <c:pt idx="3">
                  <c:v>27.5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SoulMate 演示文稿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由AI助手创建的示例PPT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文件处理</a:t>
            </a:r>
          </a:p>
          <a:p>
            <a:r>
              <a:t>代码执行</a:t>
            </a:r>
          </a:p>
          <a:p>
            <a:r>
              <a:t>数据分析</a:t>
            </a:r>
          </a:p>
          <a:p>
            <a:r>
              <a:t>创意设计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性能指标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