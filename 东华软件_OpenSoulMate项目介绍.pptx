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1828800" cy="18288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914400" cy="9144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东华软件股份公司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CCE5FF"/>
                </a:solidFill>
                <a:latin typeface="微软雅黑"/>
              </a:defRPr>
            </a:pPr>
            <a:r>
              <a:t>OpenSoulMate 项目介绍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9CC"/>
                </a:solidFill>
                <a:latin typeface="微软雅黑"/>
              </a:defRPr>
            </a:pPr>
            <a:r>
              <a:t>AI驱动的智能解决方案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2026年09月15日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5303520"/>
            <a:ext cx="73152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微软雅黑"/>
              </a:defRPr>
            </a:pPr>
            <a:r>
              <a:t>公司简介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东华软件股份公司（股票代码：002065）是中国领先的软件与信息技术服务提供商，成立于2001年，总部位于北京。</a:t>
            </a:r>
            <a:br/>
            <a:br/>
            <a:r>
              <a:t>公司专注于为金融、医疗、政务、能源等行业提供全方位的软件开发、系统集成和IT服务解决方案。</a:t>
            </a:r>
            <a:br/>
            <a:br/>
            <a:r>
              <a:t>东华软件秉承"创新、务实、合作、共赢"的企业理念，致力于成为全球领先的数字化转型服务提供商。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  <a:latin typeface="微软雅黑"/>
              </a:defRPr>
            </a:pPr>
            <a:r>
              <a:t>成立时间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2001年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377440"/>
            <a:ext cx="36576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  <a:latin typeface="微软雅黑"/>
              </a:defRPr>
            </a:pPr>
            <a:r>
              <a:t>员工规模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10,000+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108960"/>
            <a:ext cx="36576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2918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  <a:latin typeface="微软雅黑"/>
              </a:defRPr>
            </a:pPr>
            <a:r>
              <a:t>服务客户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918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2,000+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840479"/>
            <a:ext cx="36576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0233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  <a:latin typeface="微软雅黑"/>
              </a:defRPr>
            </a:pPr>
            <a:r>
              <a:t>行业覆盖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0233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金融、医疗、政务、能源等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4571999"/>
            <a:ext cx="36576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754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99"/>
                </a:solidFill>
                <a:latin typeface="微软雅黑"/>
              </a:defRPr>
            </a:pPr>
            <a:r>
              <a:t>分支机构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7548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全国30+城市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5303519"/>
            <a:ext cx="36576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微软雅黑"/>
              </a:defRPr>
            </a:pPr>
            <a:r>
              <a:t>核心业务领域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金融科技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银行核心系统、风险管控、移动金融、数字货币解决方案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28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医疗健康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智慧医院、区域医疗、健康管理、医疗大数据平台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828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828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智慧政务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数字政府、智慧城市、政务云、数据共享平台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能源电力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智能电网、能源管理、电力信息化、新能源解决方案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4114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4114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人工智能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AI平台、机器学习、自然语言处理、计算机视觉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411480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4114800"/>
            <a:ext cx="3200400" cy="914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云计算服务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4937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混合云、私有云、云迁移、云安全服务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微软雅黑"/>
              </a:defRPr>
            </a:pPr>
            <a:r>
              <a:t>OpenSoulMate 项目介绍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OpenSoulMate是东华软件自主研发的新一代AI智能助手平台，基于先进的大语言模型技术，为企业和个人用户提供智能化的交互体验。</a:t>
            </a:r>
            <a:br/>
            <a:br/>
            <a:r>
              <a:t>该项目由我主导开发，融合了自然语言处理、机器学习、知识图谱等前沿技术，旨在打造最懂用户需求的智能助手。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99"/>
                </a:solidFill>
                <a:latin typeface="微软雅黑"/>
              </a:defRPr>
            </a:pPr>
            <a:r>
              <a:t>核心功能特性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• 多模态交互：支持文本、语音、图像等多种输入方式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• 智能推理：具备复杂问题分析和逻辑推理能力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• 知识整合：融合企业知识库，提供精准专业建议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• 个性化服务：根据用户偏好提供定制化服务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• 安全可靠：企业级数据安全和隐私保护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3657600" cy="411480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项目亮点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  <a:latin typeface="微软雅黑"/>
              </a:defRPr>
            </a:pPr>
            <a:r>
              <a:t>开发周期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6个月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926079"/>
            <a:ext cx="2743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  <a:latin typeface="微软雅黑"/>
              </a:defRPr>
            </a:pPr>
            <a:r>
              <a:t>代码规模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50,000+行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383279"/>
            <a:ext cx="2743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Python, Next.js, AI模型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840480"/>
            <a:ext cx="2743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  <a:latin typeface="微软雅黑"/>
              </a:defRPr>
            </a:pPr>
            <a:r>
              <a:t>部署方式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私有化/云端双模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297680"/>
            <a:ext cx="2743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  <a:latin typeface="微软雅黑"/>
              </a:defRPr>
            </a:pPr>
            <a:r>
              <a:t>服务模式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7×24小时智能响应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754880"/>
            <a:ext cx="2743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Next.js + React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响应式Web界面，支持多终端适配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560320"/>
            <a:ext cx="91440" cy="2743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1828800" cy="7315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FastAPI +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RESTful API，实时通信服务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657600"/>
            <a:ext cx="91440" cy="2743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023360"/>
            <a:ext cx="18288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核心层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AI Agent + LLM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智能推理，任务规划，多模型调度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754880"/>
            <a:ext cx="91440" cy="2743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120640"/>
            <a:ext cx="1828800" cy="7315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PostgreSQL + Redis + 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结构化存储，缓存加速，向量检索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852160"/>
            <a:ext cx="91440" cy="2743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6217920"/>
            <a:ext cx="18288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基础设施层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Docker + 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容器化部署，弹性扩缩容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微软雅黑"/>
              </a:defRPr>
            </a:pPr>
            <a:r>
              <a:t>技术优势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✓ 模块化设计，易于扩展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✓ 微服务架构，高可用性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✓ AI模型热插拔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✓ 多租户支持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✓ 完整的安全防护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286000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技术深耕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持续投入AI研发，保持技术领先优势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54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生态建设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构建开放平台，与合作伙伴共建AI生态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3931920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行业拓展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深入垂直行业，提供专业化解决方案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1828800" y="4754880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拓展海外市场，打造国际竞争力</a:t>
            </a:r>
          </a:p>
        </p:txBody>
      </p:sp>
      <p:sp>
        <p:nvSpPr>
          <p:cNvPr id="21" name="Oval 20"/>
          <p:cNvSpPr/>
          <p:nvPr/>
        </p:nvSpPr>
        <p:spPr>
          <a:xfrm>
            <a:off x="1828800" y="5577840"/>
            <a:ext cx="548640" cy="54864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人才培养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微软雅黑"/>
              </a:defRPr>
            </a:pPr>
            <a:r>
              <a:t>加强AI人才储备，建设顶尖研发团队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9CC"/>
                </a:solidFill>
                <a:latin typeface="微软雅黑"/>
              </a:defRPr>
            </a:pPr>
            <a:r>
              <a:t>东华软件 - 数字化转型的可靠伙伴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微软雅黑"/>
              </a:defRPr>
            </a:pPr>
            <a:r>
              <a:t>联系我们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57200" cy="457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微软雅黑"/>
              </a:defRPr>
            </a:pPr>
            <a:r>
              <a:t>公司地址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北京市海淀区中关村软件园二期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7315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457200" cy="457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微软雅黑"/>
              </a:defRPr>
            </a:pPr>
            <a:r>
              <a:t>联系电话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+86 10-88888888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7315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49039"/>
            <a:ext cx="457200" cy="457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微软雅黑"/>
              </a:defRPr>
            </a:pPr>
            <a:r>
              <a:t>电子邮件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contact@donghua.com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97679"/>
            <a:ext cx="7315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480559"/>
            <a:ext cx="457200" cy="457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微软雅黑"/>
              </a:defRPr>
            </a:pPr>
            <a:r>
              <a:t>官方网站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www.donghua.com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199"/>
            <a:ext cx="7315200" cy="1828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212079"/>
            <a:ext cx="457200" cy="4572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微软雅黑"/>
              </a:defRPr>
            </a:pPr>
            <a:r>
              <a:t>项目联系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212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OpenSoulMate项目组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80"/>
                </a:solidFill>
                <a:latin typeface="微软雅黑"/>
              </a:defRPr>
            </a:pPr>
            <a:r>
              <a:t>© 2026 东华软件股份公司 版权所有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